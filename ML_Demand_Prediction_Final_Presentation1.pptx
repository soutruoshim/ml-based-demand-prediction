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5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scope, and that the presentation is based on a regression workflow for factory production planning. Mention that the dataset is synthetic because real factory data was not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story: first explain why the factory needs forecasts, then describe the data and method, show model results, and finish with an example production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planning risk: producing too much creates inventory burden, producing too little causes stockouts. The objective is to support better planning with a repeatable regression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integrity disclosure: this deck presents a complete reproducible ML workflow, not real factory evidence. The same workflow can later be rerun with authorized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Highlight the time-aware train/test split and leakage prevention because those are important for credible ML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feature groups. These variables are available before or during production planning, which makes them relevant for a forecasting support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why a simple model is included. Explain that lower MAE and RMSE are better, while higher R-squared is better. RMSE is used as the main ranking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key result: Linear Regression had the lowest RMSE. Emphasize that because data is synthetic, the result demonstrates the workflow rather than proving real-world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the numbers to a visual diagnostic. Close points are good, but planning should still consider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prediction follows overall movement for each product, but not every month exactly. This is a realistic point to discuss in the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previous sales and order quantity are intuitive signals for demand forecasting. Make clear that feature importance is not a real factory conclusion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 prediction becomes an action. Explain the formula and the three product recommendations. Clarify that the 10% safety stock rule is simple and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limitations, then close positively: the value of the project is the complete pipeline and clear method, ready to rerun with authorized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presentation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A6A6"/>
          </a:solidFill>
          <a:ln w="12700">
            <a:solidFill>
              <a:srgbClr val="1B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Learning-Based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Prediction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97510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production planning for shampoo, body wash, and laundry detergent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2596896"/>
            <a:ext cx="1828800" cy="310896"/>
          </a:xfrm>
          <a:prstGeom prst="roundRect">
            <a:avLst/>
          </a:prstGeom>
          <a:solidFill>
            <a:srgbClr val="1BA6A6"/>
          </a:solidFill>
          <a:ln>
            <a:solidFill>
              <a:srgbClr val="1BA6A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2596896"/>
            <a:ext cx="2423160" cy="310896"/>
          </a:xfrm>
          <a:prstGeom prst="roundRect">
            <a:avLst/>
          </a:prstGeom>
          <a:solidFill>
            <a:srgbClr val="EF7B45"/>
          </a:solidFill>
          <a:ln>
            <a:solidFill>
              <a:srgbClr val="EF7B4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demonstration 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5074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NORTON UNIVERSITY  ·  Graduate School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5394960"/>
            <a:ext cx="4663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6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Course: Machine Learning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6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16  |  Student: SOUT RAHIM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6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Lecturer: SEK SOCHEAT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6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Prepared: August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30768" y="9692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ED0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818120" y="16733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→ plan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26096" y="2761488"/>
            <a:ext cx="3566160" cy="960120"/>
          </a:xfrm>
          <a:prstGeom prst="roundRect">
            <a:avLst/>
          </a:prstGeom>
          <a:solidFill>
            <a:srgbClr val="132B4A"/>
          </a:solidFill>
          <a:ln w="15240">
            <a:solidFill>
              <a:srgbClr val="5E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43800" y="3950208"/>
            <a:ext cx="3749040" cy="960120"/>
          </a:xfrm>
          <a:prstGeom prst="roundRect">
            <a:avLst/>
          </a:prstGeom>
          <a:solidFill>
            <a:srgbClr val="132B4A"/>
          </a:solidFill>
          <a:ln w="15240">
            <a:solidFill>
              <a:srgbClr val="EF7B4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planning problem to model evidence and production output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2729484"/>
            <a:ext cx="1143000" cy="0"/>
          </a:xfrm>
          <a:prstGeom prst="line">
            <a:avLst/>
          </a:prstGeom>
          <a:noFill/>
          <a:ln w="2794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6" name="Shape 4"/>
          <p:cNvSpPr/>
          <p:nvPr/>
        </p:nvSpPr>
        <p:spPr>
          <a:xfrm>
            <a:off x="5212080" y="2729484"/>
            <a:ext cx="1143000" cy="0"/>
          </a:xfrm>
          <a:prstGeom prst="line">
            <a:avLst/>
          </a:prstGeom>
          <a:noFill/>
          <a:ln w="2794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7" name="Shape 5"/>
          <p:cNvSpPr/>
          <p:nvPr/>
        </p:nvSpPr>
        <p:spPr>
          <a:xfrm>
            <a:off x="7680960" y="2729484"/>
            <a:ext cx="1143000" cy="0"/>
          </a:xfrm>
          <a:prstGeom prst="line">
            <a:avLst/>
          </a:prstGeom>
          <a:noFill/>
          <a:ln w="2794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8" name="Text 6"/>
          <p:cNvSpPr/>
          <p:nvPr/>
        </p:nvSpPr>
        <p:spPr>
          <a:xfrm>
            <a:off x="1234440" y="2157984"/>
            <a:ext cx="1645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&amp;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85032" y="2157984"/>
            <a:ext cx="1645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53912" y="2157984"/>
            <a:ext cx="1645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41080" y="2157984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historical business features to predict next-month demand, then convert the forecast into a recommended production quantity.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5" name="Text 13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planning problem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error creates real operational costs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834640" cy="1874520"/>
          </a:xfrm>
          <a:prstGeom prst="roundRect">
            <a:avLst/>
          </a:prstGeom>
          <a:solidFill>
            <a:srgbClr val="FFF2EC"/>
          </a:solidFill>
          <a:ln w="10160">
            <a:solidFill>
              <a:srgbClr val="F6C4A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Overproduction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storage pressure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working capital tied up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possible waste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834640" cy="1874520"/>
          </a:xfrm>
          <a:prstGeom prst="roundRect">
            <a:avLst/>
          </a:prstGeom>
          <a:solidFill>
            <a:srgbClr val="FCEEF2"/>
          </a:solidFill>
          <a:ln w="10160">
            <a:solidFill>
              <a:srgbClr val="F0B8C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Stockouts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delayed fulfillment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missed sales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lower customer trust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2606040"/>
            <a:ext cx="1463040" cy="0"/>
          </a:xfrm>
          <a:prstGeom prst="line">
            <a:avLst/>
          </a:prstGeom>
          <a:noFill/>
          <a:ln w="2667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8" name="Shape 6"/>
          <p:cNvSpPr/>
          <p:nvPr/>
        </p:nvSpPr>
        <p:spPr>
          <a:xfrm>
            <a:off x="6903720" y="2606040"/>
            <a:ext cx="1463040" cy="0"/>
          </a:xfrm>
          <a:prstGeom prst="line">
            <a:avLst/>
          </a:prstGeom>
          <a:noFill/>
          <a:ln w="2667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9" name="Text 7"/>
          <p:cNvSpPr/>
          <p:nvPr/>
        </p:nvSpPr>
        <p:spPr>
          <a:xfrm>
            <a:off x="5212080" y="1965960"/>
            <a:ext cx="1828800" cy="1298448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1BA6A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forecast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better production plan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9584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626863"/>
            <a:ext cx="9601200" cy="11521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monthly demand for three product categories</a:t>
            </a:r>
            <a:endParaRPr lang="en-US" sz="13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Linear Regression, Decision Tree, and Random Forest</a:t>
            </a:r>
            <a:endParaRPr lang="en-US" sz="13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important planning features</a:t>
            </a:r>
            <a:endParaRPr lang="en-US" sz="13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 illustrative production recommendation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3" name="Text 11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status and scope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disclosure: results demonstrate the workflow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9811" y="1444752"/>
            <a:ext cx="2743200" cy="237744"/>
          </a:xfrm>
          <a:prstGeom prst="roundRect">
            <a:avLst/>
          </a:prstGeom>
          <a:solidFill>
            <a:srgbClr val="EF7B45"/>
          </a:solidFill>
          <a:ln>
            <a:solidFill>
              <a:srgbClr val="EF7B45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academic integrity note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9811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authorized historical factory dataset was provided. The project uses a clearly labeled synthetic demonstration dataset and does not claim real Medtherm forecasting performance.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5531" y="2880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5531" y="3319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product records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74371" y="2880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74371" y="3319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categories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0000" y="28895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Feb 2021–Dec 2025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70020" y="3319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period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05749" y="28666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141 / 36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05749" y="3319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test records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6189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6188" y="5102352"/>
            <a:ext cx="497724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target_demand quantity for the next planning period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2589" y="4754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2589" y="5102352"/>
            <a:ext cx="4526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Shampoo  ·  Body Wash  ·  Laundry Detergent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0" name="Text 18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machine learning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 links data preparation, model training, evaluation, and recommendations</a:t>
            </a:r>
            <a:endParaRPr lang="en-US" sz="1100" dirty="0"/>
          </a:p>
        </p:txBody>
      </p:sp>
      <p:pic>
        <p:nvPicPr>
          <p:cNvPr id="5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23377"/>
            <a:ext cx="10835640" cy="14509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59" y="3657600"/>
            <a:ext cx="3063239" cy="914400"/>
          </a:xfrm>
          <a:prstGeom prst="roundRect">
            <a:avLst/>
          </a:prstGeom>
          <a:solidFill>
            <a:srgbClr val="EAF8F8"/>
          </a:solidFill>
          <a:ln w="10160">
            <a:solidFill>
              <a:srgbClr val="BFE5E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prevention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70831" y="3657600"/>
            <a:ext cx="3063239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is fitted on training data only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09559" y="3657600"/>
            <a:ext cx="3063239" cy="914400"/>
          </a:xfrm>
          <a:prstGeom prst="roundRect">
            <a:avLst/>
          </a:prstGeom>
          <a:solidFill>
            <a:srgbClr val="EAF8F8"/>
          </a:solidFill>
          <a:ln w="10160">
            <a:solidFill>
              <a:srgbClr val="BFE5E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Time-aware split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892040"/>
            <a:ext cx="306324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80% train, latest 20% test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70832" y="4892040"/>
            <a:ext cx="306324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split for all candidate models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4892040"/>
            <a:ext cx="306324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 uses MAE, RMSE, R²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3" name="Text 10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 used for regression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mirror the variables proposed in the midterm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993392"/>
            <a:ext cx="1234435" cy="566928"/>
          </a:xfrm>
          <a:prstGeom prst="line">
            <a:avLst/>
          </a:prstGeom>
          <a:noFill/>
          <a:ln w="2032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6" name="Shape 4"/>
          <p:cNvSpPr/>
          <p:nvPr/>
        </p:nvSpPr>
        <p:spPr>
          <a:xfrm flipV="1">
            <a:off x="3291840" y="3675888"/>
            <a:ext cx="1234436" cy="649224"/>
          </a:xfrm>
          <a:prstGeom prst="line">
            <a:avLst/>
          </a:prstGeom>
          <a:noFill/>
          <a:ln w="2032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7" name="Shape 5"/>
          <p:cNvSpPr/>
          <p:nvPr/>
        </p:nvSpPr>
        <p:spPr>
          <a:xfrm flipH="1">
            <a:off x="6537959" y="1892808"/>
            <a:ext cx="777237" cy="667512"/>
          </a:xfrm>
          <a:prstGeom prst="line">
            <a:avLst/>
          </a:prstGeom>
          <a:noFill/>
          <a:ln w="2032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8" name="Shape 6"/>
          <p:cNvSpPr/>
          <p:nvPr/>
        </p:nvSpPr>
        <p:spPr>
          <a:xfrm flipH="1" flipV="1">
            <a:off x="6537959" y="3675888"/>
            <a:ext cx="777237" cy="539496"/>
          </a:xfrm>
          <a:prstGeom prst="line">
            <a:avLst/>
          </a:prstGeom>
          <a:noFill/>
          <a:ln w="20320">
            <a:solidFill>
              <a:srgbClr val="1BA6A6"/>
            </a:solidFill>
            <a:prstDash val="solid"/>
            <a:tailEnd type="triangle"/>
          </a:ln>
        </p:spPr>
        <p:txBody>
          <a:bodyPr/>
          <a:lstStyle/>
          <a:p>
            <a:endParaRPr lang="en-KH"/>
          </a:p>
        </p:txBody>
      </p:sp>
      <p:sp>
        <p:nvSpPr>
          <p:cNvPr id="9" name="Text 7"/>
          <p:cNvSpPr/>
          <p:nvPr/>
        </p:nvSpPr>
        <p:spPr>
          <a:xfrm>
            <a:off x="731520" y="1444752"/>
            <a:ext cx="25603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&amp; calendar</a:t>
            </a:r>
            <a:endParaRPr lang="en-US" sz="12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product_type, month, season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0" y="1444752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signals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previous_sales, customer_order_quantity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730752"/>
            <a:ext cx="25603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context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stock_quantity, previous_production_quantity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0" y="3730752"/>
            <a:ext cx="28803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levers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price, promotion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2011680" cy="1225296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1BA6A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next-period monthly demand quantity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55046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categorical variables are one-hot encoded; numeric variables are median-imputed and standardized within the training pipeline.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models and evaluation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supervised regression algorithms were compared on the same test period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2148840" cy="34747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71800" y="1508760"/>
            <a:ext cx="3200400" cy="34747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included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36208" y="1508760"/>
            <a:ext cx="4663440" cy="34747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148840" cy="502920"/>
          </a:xfrm>
          <a:prstGeom prst="rect">
            <a:avLst/>
          </a:prstGeom>
          <a:solidFill>
            <a:srgbClr val="EAF8F8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71800" y="2011680"/>
            <a:ext cx="3200400" cy="502920"/>
          </a:xfrm>
          <a:prstGeom prst="rect">
            <a:avLst/>
          </a:prstGeom>
          <a:solidFill>
            <a:srgbClr val="EAF8F8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linear baseline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36208" y="2011680"/>
            <a:ext cx="4663440" cy="502920"/>
          </a:xfrm>
          <a:prstGeom prst="rect">
            <a:avLst/>
          </a:prstGeom>
          <a:solidFill>
            <a:srgbClr val="EAF8F8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tree parameters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77240" y="2633472"/>
            <a:ext cx="2148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71800" y="2633472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nonlinear rules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36208" y="2633472"/>
            <a:ext cx="4663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max_depth=5, min_samples_leaf=4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777240" y="3255264"/>
            <a:ext cx="2148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71800" y="3255264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of randomized trees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36208" y="3255264"/>
            <a:ext cx="4663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trees, max_depth=8, min_samples_leaf=2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68680" y="4572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23317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absolute error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49040" y="5120640"/>
            <a:ext cx="2331720" cy="694944"/>
          </a:xfrm>
          <a:prstGeom prst="roundRect">
            <a:avLst/>
          </a:prstGeom>
          <a:solidFill>
            <a:srgbClr val="EAF8F8"/>
          </a:solidFill>
          <a:ln w="10160">
            <a:solidFill>
              <a:srgbClr val="BFE5E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ranking metric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07955" y="5120640"/>
            <a:ext cx="23317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 explained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2" name="Text 20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performance comparison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 produced the lowest error on the synthetic holdout set</a:t>
            </a:r>
            <a:endParaRPr lang="en-US" sz="1100" dirty="0"/>
          </a:p>
        </p:txBody>
      </p:sp>
      <p:pic>
        <p:nvPicPr>
          <p:cNvPr id="5" name="Image 0" descr="/mnt/data/docx_extract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7028"/>
            <a:ext cx="6492240" cy="3895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synthetic test result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8096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62.54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680960" y="2313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28116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81.15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2313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0.9133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680960" y="35295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0" y="4315968"/>
            <a:ext cx="2926080" cy="960120"/>
          </a:xfrm>
          <a:prstGeom prst="roundRect">
            <a:avLst/>
          </a:prstGeom>
          <a:solidFill>
            <a:srgbClr val="FFF7E8"/>
          </a:solidFill>
          <a:ln w="10160">
            <a:solidFill>
              <a:srgbClr val="F5D9A0"/>
            </a:solidFill>
          </a:ln>
        </p:spPr>
        <p:txBody>
          <a:bodyPr wrap="square" lIns="1397" tIns="1397" rIns="1397" bIns="139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smoother synthetic relationships favored the linear baseline. This ranking must be re-tested with real factory records.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5" name="Text 12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quality diagnostic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predicted values lie near the ideal line</a:t>
            </a:r>
            <a:endParaRPr lang="en-US" sz="1100" dirty="0"/>
          </a:p>
        </p:txBody>
      </p:sp>
      <p:pic>
        <p:nvPicPr>
          <p:cNvPr id="5" name="Image 0" descr="/mnt/data/docx_extract/word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17" y="1133856"/>
            <a:ext cx="6274447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62672" y="1399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this chart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17536" y="1920240"/>
            <a:ext cx="31546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near the diagonal mean small prediction error</a:t>
            </a:r>
            <a:endParaRPr lang="en-US" sz="1300" dirty="0"/>
          </a:p>
          <a:p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holdout set shows good overall alignment</a:t>
            </a:r>
            <a:endParaRPr lang="en-US" sz="1300" dirty="0"/>
          </a:p>
          <a:p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errors still matter for production risk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26680" y="4005072"/>
            <a:ext cx="2907792" cy="676656"/>
          </a:xfrm>
          <a:prstGeom prst="roundRect">
            <a:avLst/>
          </a:prstGeom>
          <a:solidFill>
            <a:srgbClr val="EAF8F8"/>
          </a:solidFill>
          <a:ln w="10160">
            <a:solidFill>
              <a:srgbClr val="BFE5E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result: predictions are close, but not perfect.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4937760"/>
            <a:ext cx="2907792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implication: keep safety stock and management review in the process.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1" name="Text 8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Holdout demand trends by product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and predicted monthly demand during the test year</a:t>
            </a:r>
            <a:endParaRPr lang="en-US" sz="1100" dirty="0"/>
          </a:p>
        </p:txBody>
      </p:sp>
      <p:pic>
        <p:nvPicPr>
          <p:cNvPr id="5" name="Image 0" descr="/mnt/data/docx_extract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298448"/>
            <a:ext cx="5623560" cy="4498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934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follows the broad product-level movement, with some month-specific deviations.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8" name="Text 5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importance interpretation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 importance highlights which inputs most affect synthetic prediction performance</a:t>
            </a:r>
            <a:endParaRPr lang="en-US" sz="1100" dirty="0"/>
          </a:p>
        </p:txBody>
      </p:sp>
      <p:pic>
        <p:nvPicPr>
          <p:cNvPr id="5" name="Image 0" descr="/mnt/data/docx_extract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73886"/>
            <a:ext cx="7040880" cy="45765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9560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planning signals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55280" y="1856232"/>
            <a:ext cx="2697480" cy="457200"/>
          </a:xfrm>
          <a:prstGeom prst="roundRect">
            <a:avLst/>
          </a:prstGeom>
          <a:solidFill>
            <a:srgbClr val="EAF8F8"/>
          </a:solidFill>
          <a:ln w="10160">
            <a:solidFill>
              <a:srgbClr val="BFE5E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Previous sales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55280" y="2487168"/>
            <a:ext cx="269748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Product type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0" y="3118104"/>
            <a:ext cx="269748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Price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55280" y="3749040"/>
            <a:ext cx="269748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Customer orders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4718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caution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5029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 values reflect synthetic data construction and must be re-estimated using authorized real records.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4" name="Text 11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prediction to production recommendation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January 2026 scenario illustrates the intended system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607040" cy="47548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production = max(0, predicted demand + 10% safety stock − current stock)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1645920" cy="384048"/>
          </a:xfrm>
          <a:prstGeom prst="rect">
            <a:avLst/>
          </a:prstGeom>
          <a:solidFill>
            <a:srgbClr val="1BA6A6"/>
          </a:solidFill>
          <a:ln>
            <a:solidFill>
              <a:srgbClr val="1B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2514600" y="2359152"/>
            <a:ext cx="1965960" cy="384048"/>
          </a:xfrm>
          <a:prstGeom prst="rect">
            <a:avLst/>
          </a:prstGeom>
          <a:solidFill>
            <a:srgbClr val="1BA6A6"/>
          </a:solidFill>
          <a:ln>
            <a:solidFill>
              <a:srgbClr val="1B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demand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709160" y="2359152"/>
            <a:ext cx="1691640" cy="384048"/>
          </a:xfrm>
          <a:prstGeom prst="rect">
            <a:avLst/>
          </a:prstGeom>
          <a:solidFill>
            <a:srgbClr val="1BA6A6"/>
          </a:solidFill>
          <a:ln>
            <a:solidFill>
              <a:srgbClr val="1B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stock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629400" y="2359152"/>
            <a:ext cx="1645920" cy="384048"/>
          </a:xfrm>
          <a:prstGeom prst="rect">
            <a:avLst/>
          </a:prstGeom>
          <a:solidFill>
            <a:srgbClr val="1BA6A6"/>
          </a:solidFill>
          <a:ln>
            <a:solidFill>
              <a:srgbClr val="1B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stock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8503920" y="2359152"/>
            <a:ext cx="2331720" cy="384048"/>
          </a:xfrm>
          <a:prstGeom prst="rect">
            <a:avLst/>
          </a:prstGeom>
          <a:solidFill>
            <a:srgbClr val="1BA6A6"/>
          </a:solidFill>
          <a:ln>
            <a:solidFill>
              <a:srgbClr val="1B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production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85800" y="2862072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Shampoo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2514600" y="2862072"/>
            <a:ext cx="1965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1,653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4709160" y="2862072"/>
            <a:ext cx="1691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353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629400" y="2862072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165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8503920" y="2862072"/>
            <a:ext cx="2331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1,465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85800" y="3438144"/>
            <a:ext cx="1645920" cy="457200"/>
          </a:xfrm>
          <a:prstGeom prst="rect">
            <a:avLst/>
          </a:prstGeom>
          <a:solidFill>
            <a:srgbClr val="F3F7FA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Wash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2514600" y="3438144"/>
            <a:ext cx="1965960" cy="457200"/>
          </a:xfrm>
          <a:prstGeom prst="rect">
            <a:avLst/>
          </a:prstGeom>
          <a:solidFill>
            <a:srgbClr val="F3F7FA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1,167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4709160" y="3438144"/>
            <a:ext cx="1691640" cy="457200"/>
          </a:xfrm>
          <a:prstGeom prst="rect">
            <a:avLst/>
          </a:prstGeom>
          <a:solidFill>
            <a:srgbClr val="F3F7FA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6629400" y="3438144"/>
            <a:ext cx="1645920" cy="457200"/>
          </a:xfrm>
          <a:prstGeom prst="rect">
            <a:avLst/>
          </a:prstGeom>
          <a:solidFill>
            <a:srgbClr val="F3F7FA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117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503920" y="3438144"/>
            <a:ext cx="2331720" cy="457200"/>
          </a:xfrm>
          <a:prstGeom prst="rect">
            <a:avLst/>
          </a:prstGeom>
          <a:solidFill>
            <a:srgbClr val="F3F7FA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1,183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85800" y="4014216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Laundry Detergent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2514600" y="4014216"/>
            <a:ext cx="1965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1,741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4709160" y="4014216"/>
            <a:ext cx="1691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391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6629400" y="4014216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174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8503920" y="4014216"/>
            <a:ext cx="2331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E7E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1,524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1097280" y="5029200"/>
            <a:ext cx="9692640" cy="658368"/>
          </a:xfrm>
          <a:prstGeom prst="roundRect">
            <a:avLst/>
          </a:prstGeom>
          <a:solidFill>
            <a:srgbClr val="FFF7E8"/>
          </a:solidFill>
          <a:ln w="10160">
            <a:solidFill>
              <a:srgbClr val="F5D9A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an illustrative scenario only. A real rule should account for service level, lead time, batch size, capacity, shelf life, and management policy.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8" name="Text 26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future work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framework is complete, but real deployment requires real data and stronger planning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limitations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4805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dataset cannot prove actual factory accuracy</a:t>
            </a:r>
            <a:endParaRPr lang="en-US" sz="1280" dirty="0"/>
          </a:p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three product categories and small sample size</a:t>
            </a:r>
            <a:endParaRPr lang="en-US" sz="1280" dirty="0"/>
          </a:p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factors are not fully represented</a:t>
            </a:r>
            <a:endParaRPr lang="en-US" sz="1280" dirty="0"/>
          </a:p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10% safety stock is not an optimized inventory policy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640080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52628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synthetic CSV with authorized historical records</a:t>
            </a:r>
            <a:endParaRPr lang="en-US" sz="1280" dirty="0"/>
          </a:p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holidays, lead time, channels, promotion intensity, and capacity constraints</a:t>
            </a:r>
            <a:endParaRPr lang="en-US" sz="1280" dirty="0"/>
          </a:p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time-series cross-validation and hyperparameter tuning</a:t>
            </a:r>
            <a:endParaRPr lang="en-US" sz="1280" dirty="0"/>
          </a:p>
          <a:p>
            <a:r>
              <a:rPr lang="en-US" sz="12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prediction intervals and a dashboard for planners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1234440" y="4983480"/>
            <a:ext cx="9692640" cy="786384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1BA6A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demonstrates a reproducible ML demand-prediction workflow that can be rerun with real factory data for operational decision support.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1" name="Text 9"/>
          <p:cNvSpPr/>
          <p:nvPr/>
        </p:nvSpPr>
        <p:spPr>
          <a:xfrm>
            <a:off x="502920" y="65562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Learning-Based Demand Prediction  |  Group 16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A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A6A6"/>
          </a:solidFill>
          <a:ln w="12700">
            <a:solidFill>
              <a:srgbClr val="1B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5303520" cy="1143000"/>
          </a:xfrm>
          <a:prstGeom prst="roundRect">
            <a:avLst/>
          </a:prstGeom>
          <a:solidFill>
            <a:srgbClr val="132B4A"/>
          </a:solidFill>
          <a:ln w="10160">
            <a:solidFill>
              <a:srgbClr val="5ED0D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transparent, reproducible regression workflow can support demand forecasting and production planning once authorized real data is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5413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16  |  Machine Learning Final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5742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Norton University · Graduate School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35240" y="1920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5ED0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7269480" y="3072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→ plan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1375</Words>
  <Application>Microsoft Macintosh PowerPoint</Application>
  <PresentationFormat>Widescreen</PresentationFormat>
  <Paragraphs>232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Demand Prediction Presentation</dc:title>
  <dc:subject>Machine Learning-Based Demand Prediction for Factory Production Planning</dc:subject>
  <dc:creator>Group 16</dc:creator>
  <cp:lastModifiedBy>SOUT Rahim</cp:lastModifiedBy>
  <cp:revision>3</cp:revision>
  <dcterms:created xsi:type="dcterms:W3CDTF">2026-08-13T03:27:01Z</dcterms:created>
  <dcterms:modified xsi:type="dcterms:W3CDTF">2026-08-13T03:35:34Z</dcterms:modified>
</cp:coreProperties>
</file>